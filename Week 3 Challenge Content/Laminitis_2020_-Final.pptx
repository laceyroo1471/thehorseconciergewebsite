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94" r:id="rId6"/>
    <p:sldId id="295" r:id="rId7"/>
    <p:sldId id="296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293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02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4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9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6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1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4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4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6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6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4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2D04-2A1C-D94C-9AD1-F6B191083A9C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7AFF8-EA82-F34E-9DD5-C2D06336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8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lide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9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1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5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REV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5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5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5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7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52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57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REV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40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7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5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5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57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4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0REV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7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5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52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3REV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57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40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7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5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52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5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57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40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7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5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52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5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57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7REV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40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stSlide-MASTE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1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F5EF2899FF5C48AA583CA21E5D773C" ma:contentTypeVersion="13" ma:contentTypeDescription="Create a new document." ma:contentTypeScope="" ma:versionID="76622cdc3d9eed8f43bab0c04b25a336">
  <xsd:schema xmlns:xsd="http://www.w3.org/2001/XMLSchema" xmlns:xs="http://www.w3.org/2001/XMLSchema" xmlns:p="http://schemas.microsoft.com/office/2006/metadata/properties" xmlns:ns3="5f91fe6c-df30-43a3-843f-936a940e54b1" xmlns:ns4="1b1c0da7-a123-42b2-94a5-ca85e793f825" targetNamespace="http://schemas.microsoft.com/office/2006/metadata/properties" ma:root="true" ma:fieldsID="f1df37a8caa33795424c8997dd19c337" ns3:_="" ns4:_="">
    <xsd:import namespace="5f91fe6c-df30-43a3-843f-936a940e54b1"/>
    <xsd:import namespace="1b1c0da7-a123-42b2-94a5-ca85e793f8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91fe6c-df30-43a3-843f-936a940e54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c0da7-a123-42b2-94a5-ca85e793f82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9F03F-35CB-40A5-BCB3-B05909F30C23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1b1c0da7-a123-42b2-94a5-ca85e793f825"/>
    <ds:schemaRef ds:uri="5f91fe6c-df30-43a3-843f-936a940e54b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F810998-C530-483E-BB33-A99BFFE41E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B5DCB5-6202-45F5-85B5-F5AF23F97F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91fe6c-df30-43a3-843f-936a940e54b1"/>
    <ds:schemaRef ds:uri="1b1c0da7-a123-42b2-94a5-ca85e793f8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On-screen Show (4:3)</PresentationFormat>
  <Paragraphs>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Stablemate Creative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Kelly Johns</dc:creator>
  <cp:lastModifiedBy>Amity Wahl</cp:lastModifiedBy>
  <cp:revision>8</cp:revision>
  <dcterms:created xsi:type="dcterms:W3CDTF">2017-06-19T15:07:58Z</dcterms:created>
  <dcterms:modified xsi:type="dcterms:W3CDTF">2024-03-25T14:18:31Z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0x01010058F5EF2899FF5C48AA583CA21E5D773C</vt:lpwstr>
  </property>
</Properties>
</file>